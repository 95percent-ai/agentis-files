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set an engaging tone. Emphasize that V is a new tool designed specifically for MyCompany employees to make their daily work easier and more efficient.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V's identity as a supportive, intelligent assistant. Emphasize the personal nature of the relationship – V learns and adapts to individual work styles and preferences.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capability with concrete examples. Highlight how these features save time and reduce administrative burden. Emphasize that V handles routine tasks so employees can focus on strategic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multi-channel approach. Emphasize that employees can reach V through their preferred communication method, making integration seamless into existing workflows. Mention that V maintains context across all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V's personality. Emphasize that while V is professional, interactions feel natural and human-like. This reduces friction and makes employees more likely to use V effectively for their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V's autonomous capabilities while emphasizing safety guardrails. Clarify that V operates within company policies and escalates appropriately. This builds trust and confidence in V's decision-making.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seamless experience created by V's memory system. Employees don't need to repeat information across channels. Emphasize security and privacy measures to build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practical guidance for maximizing V's value. Encourage employees to experiment and give feedback. Reinforce that V is a tool designed to make their work life better. End with an invitation to ask questions and explore V's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V: Your Personal AI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V – your dedicated AI companion at MyCompany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 Am &amp; My Role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V: Your personal AI assistant embedded within MyCompany's ecosystem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Designed to support individual employees with daily tasks and workflows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conversational partner who understands your work context and goals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Your bridge between tools, teams, and information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Core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Management: Create, track, and prioritize your work assignments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Coordination: Facilitate communication and collaboration across departments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Generation: Draft emails, reports, and business documents instantly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 Assignment Support: Help distribute tasks and manage team workloads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Connected, Always Available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WhatsApp: Quick messages and instant support on your mobile device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Email: Formal communications and detailed interactions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Phone: Voice-based assistance for hands-free communication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Chat: Browser-based access from your desktop or laptop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Communication Style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Conversational: Friendly, approachable, and easy to talk to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Dynamic: Adapts tone and complexity based on your needs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Professional: Maintains MyCompany standards and confidentiality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Responsive: Quick acknowledgment and clear, actionable responses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&amp; Tool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Intelligent Decision-Making: V can execute tasks within defined parameters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 Integration: Direct access to MyCompany systems and external platforms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Automation: Handles repetitive tasks without constant supervision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Escalation Protocol: Knows when to flag issues for human review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Memory &amp; Context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Memory: Remembers conversations across WhatsApp, email, phone, and web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Contextual Awareness: Understands your projects, deadlines, and team dynamics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Persistent Learning: Improves recommendations based on your work patterns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Privacy Protected: Your data remains secure and confidential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Effectively with 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Clear: Provide context and specific details in your requests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Engaged: Review V's suggestions and provide feedback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Process: V learns and improves with each interaction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Out Anytime: V is here to support your success at MyCompany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Your Personal AI Assistant at MyCompany</dc:title>
  <dc:subject>PptxGenJS Presentation</dc:subject>
  <dc:creator>AgentOS V</dc:creator>
  <cp:lastModifiedBy>AgentOS V</cp:lastModifiedBy>
  <cp:revision>1</cp:revision>
  <dcterms:created xsi:type="dcterms:W3CDTF">2026-04-14T14:42:40Z</dcterms:created>
  <dcterms:modified xsi:type="dcterms:W3CDTF">2026-04-14T14:42:40Z</dcterms:modified>
</cp:coreProperties>
</file>