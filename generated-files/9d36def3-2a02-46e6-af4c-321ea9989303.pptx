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 to this presentation about V, your new personal AI assistant. Today we'll explore how V can transform your daily workflow and productivity.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 represents the next generation of AI assistants, built with cutting-edge technology to understand context and provide meaningful assistance in real-time.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core capabilities make V versatile enough to handle everything from simple reminders to complex analytical tasks, adapting to your specific workflow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 typically see immediate productivity gains, with many reporting significant time savings and reduced stress levels within the first week of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 is ready to become your trusted AI companion. Thank you for your attention, and I'm happy to answer any questions about how V can specifically help you achieve your goals.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V: Your Personal AI Assistant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V?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Advanced AI assistant designed for personal and professional use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Natural language processing for seamless communication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Available 24/7 across multiple platforms and devices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Continuously learning and adapting to your preferences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Task management and scheduling optimization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Research and information synthesis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Content creation and editing support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analysis and report generation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for You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Save 2-3 hours daily through intelligent automation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 cognitive load with proactive assistance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Improve decision-making with data-driven insights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Enhance work-life balance through efficient task management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Get Started?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About V, your personal AI assistant</dc:title>
  <dc:subject>PptxGenJS Presentation</dc:subject>
  <dc:creator>Agentis V</dc:creator>
  <cp:lastModifiedBy>Agentis V</cp:lastModifiedBy>
  <cp:revision>1</cp:revision>
  <dcterms:created xsi:type="dcterms:W3CDTF">2026-04-07T15:24:36Z</dcterms:created>
  <dcterms:modified xsi:type="dcterms:W3CDTF">2026-04-07T15:24:36Z</dcterms:modified>
</cp:coreProperties>
</file>