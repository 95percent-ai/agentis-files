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Bitcoin Price Update for April 26, 2026. Today we'll review current market conditions, price movements, and key performance indicators across major exchanges.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is trading at approximately $78,000 with minimal variance across major exchanges. The tight price range of $447 indicates stable market conditions with low volatility. All major trading platforms show consistent pricing, suggesting healthy market liquidity.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Bitcoin experienced a significant 25% correction over the past week, declining from $104,388 to $78,000. However, the current 24-hour performance shows stabilization with minimal positive movement. This suggests the market may be finding support at current levels. Investors should monitor key support and resistance levels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Bitcoin shows stability in the short term despite a significant weekly correction. The positive 24-hour performance suggests potential stabilization. Investors should maintain vigilance regarding support levels and broader market conditions. Thank you for your attention to this market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Price Update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26, 2026 Market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Price: $78,000 USD across major exchanges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Exchange Range: $77,564 (bitFlyer) to $78,011 (Kraken)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24-Hour Volatility: Minimal - stable trading conditions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Exchanges: Kraken, CoinMarketCap, TradingView, bitFlyer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Performance &amp;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Week Ago: $104,388 USD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Price: $78,000 USD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Change: -25% decline (-$26,388)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Assessment: Correction phase - short-term stable, monitor support levels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short-term trading with positive 24-hour momentum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correction presents potential opportunity or risk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support levels and market sentiment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tracking major exchange pricing for volatility signals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Price Update - April 26, 2026</dc:title>
  <dc:subject>PptxGenJS Presentation</dc:subject>
  <dc:creator>AgentOS V</dc:creator>
  <cp:lastModifiedBy>AgentOS V</cp:lastModifiedBy>
  <cp:revision>1</cp:revision>
  <dcterms:created xsi:type="dcterms:W3CDTF">2026-04-26T14:09:12Z</dcterms:created>
  <dcterms:modified xsi:type="dcterms:W3CDTF">2026-04-26T14:09:12Z</dcterms:modified>
</cp:coreProperties>
</file>