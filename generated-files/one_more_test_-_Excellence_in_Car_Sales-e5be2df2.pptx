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audience and establish the professional tone. Emphasize our commitment to excellence and customer satisfaction from the outset.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one_more_test's core mission and values. Highlight our specialization in car sales and our customer-centric approach.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our primary business functions and how we serve our customers. Emphasize the end-to-end service we provide.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Detail our key competitive advantages. Emphasize how each strength directly benefits our customers and sets us apart in the market.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our streamlined process that removes friction from car buying. Highlight efficiency and transparency as key differentiators.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our commitment to quality beyond the sale. Explain how we ensure customer satisfaction extends well after purchase.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the key reasons customers should choose us. Reinforce our commitment to excellence and customer success.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to action. Encourage audience engagement and next steps. Thank them for their attention and invite them to experience our service.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Excellence in Car Sales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one_more_test: Your Trusted Partner in Vehicle Selection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We Are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Specialized car sales company dedicated to customer success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Comprehensive inventory of quality vehicles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Expert team focused on matching customers with their ideal vehicle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Commitment to transparency and integrity in every transaction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Do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Connect customers with quality vehicles that meet their needs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Provide expert guidance throughout the buying journey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Offer competitive pricing and flexible financing options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Ensure seamless, stress-free purchasing experience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Core Strengths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Exceptional Customer Service: Dedicated support at every step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Wide Vehicle Selection: Diverse inventory across all categories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Competitive Pricing: Best value without compromising quality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Expert Advice: Knowledgeable team to guide your decision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Streamlined Buying Process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Simplified selection and evaluation of vehicles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Transparent pricing with no hidden fees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Efficient paperwork and documentation handling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Quick approval and delivery timelines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Assurance &amp; Support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Rigorous vehicle inspection and certification standards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Comprehensive warranty and protection options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Dedicated after-sales support and maintenance guidance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Long-term customer relationships built on trust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Choose one_more_test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Industry-leading customer satisfaction and retention rates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Transparent, ethical business practices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Comprehensive support from selection through ownership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Your partner in finding the perfect vehicle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Find Your Perfect Vehicle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 one_more_test today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 excellence in car sales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 home with confidence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one_more_test - Excellence in Car Sales</dc:title>
  <dc:subject>PptxGenJS Presentation</dc:subject>
  <dc:creator>AgentOS V</dc:creator>
  <cp:lastModifiedBy>AgentOS V</cp:lastModifiedBy>
  <cp:revision>1</cp:revision>
  <dcterms:created xsi:type="dcterms:W3CDTF">2026-04-14T12:40:15Z</dcterms:created>
  <dcterms:modified xsi:type="dcterms:W3CDTF">2026-04-14T12:40:15Z</dcterms:modified>
</cp:coreProperties>
</file>