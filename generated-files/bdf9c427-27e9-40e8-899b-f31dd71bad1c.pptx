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our presentation on bulldogs. Today we'll explore these iconic dogs, known for their distinctive appearance and loyal nature. Bulldogs have captured hearts worldwide and have a fascinating history that spans centuries.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Bulldogs truly are special dogs that bring joy to millions of families. Remember that proper care, understanding their unique needs, and providing love and attention will ensure these wonderful companions thrive. I'm happy to answer any questions you might have about bulldogs.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371600"/>
            <a:ext cx="10972800" cy="1371600"/>
          </a:xfrm>
          <a:prstGeom prst="rect">
            <a:avLst/>
          </a:prstGeom>
          <a:noFill/>
          <a:ln/>
        </p:spPr>
        <p:txBody>
          <a:bodyPr wrap="square" rtlCol="0" anchor="ctr"/>
          <a:lstStyle/>
          <a:p>
            <a:pPr algn="ctr" indent="0" marL="0">
              <a:buNone/>
            </a:pPr>
            <a:r>
              <a:rPr lang="en-US" sz="3600" b="1" dirty="0">
                <a:solidFill>
                  <a:srgbClr val="00F0FF"/>
                </a:solidFill>
                <a:latin typeface="Arial" pitchFamily="34" charset="0"/>
                <a:ea typeface="Arial" pitchFamily="34" charset="-122"/>
                <a:cs typeface="Arial" pitchFamily="34" charset="-120"/>
              </a:rPr>
              <a:t>Bulldogs: Beloved Companions with Rich Heritage</a:t>
            </a: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0"/>
            <a:ext cx="10972800" cy="1371600"/>
          </a:xfrm>
          <a:prstGeom prst="rect">
            <a:avLst/>
          </a:prstGeom>
          <a:noFill/>
          <a:ln/>
        </p:spPr>
        <p:txBody>
          <a:bodyPr wrap="square" rtlCol="0" anchor="ctr"/>
          <a:lstStyle/>
          <a:p>
            <a:pPr algn="ctr" indent="0" marL="0">
              <a:buNone/>
            </a:pPr>
            <a:r>
              <a:rPr lang="en-US" sz="3000" b="1" dirty="0">
                <a:solidFill>
                  <a:srgbClr val="10B981"/>
                </a:solidFill>
                <a:latin typeface="Arial" pitchFamily="34" charset="0"/>
                <a:ea typeface="Arial" pitchFamily="34" charset="-122"/>
                <a:cs typeface="Arial" pitchFamily="34" charset="-120"/>
              </a:rPr>
              <a:t>Thank You</a:t>
            </a:r>
            <a:endParaRPr lang="en-US" sz="3000" dirty="0"/>
          </a:p>
        </p:txBody>
      </p:sp>
      <p:sp>
        <p:nvSpPr>
          <p:cNvPr id="3" name="Text 1"/>
          <p:cNvSpPr/>
          <p:nvPr/>
        </p:nvSpPr>
        <p:spPr>
          <a:xfrm>
            <a:off x="457200" y="3474720"/>
            <a:ext cx="10972800" cy="914400"/>
          </a:xfrm>
          <a:prstGeom prst="rect">
            <a:avLst/>
          </a:prstGeom>
          <a:noFill/>
          <a:ln/>
        </p:spPr>
        <p:txBody>
          <a:bodyPr wrap="square" rtlCol="0" anchor="ctr"/>
          <a:lstStyle/>
          <a:p>
            <a:pPr algn="ctr" indent="0" marL="0">
              <a:buNone/>
            </a:pPr>
            <a:r>
              <a:rPr lang="en-US" sz="1600" dirty="0">
                <a:solidFill>
                  <a:srgbClr val="94A3B8"/>
                </a:solidFill>
                <a:latin typeface="Arial" pitchFamily="34" charset="0"/>
                <a:ea typeface="Arial" pitchFamily="34" charset="-122"/>
                <a:cs typeface="Arial" pitchFamily="34" charset="-120"/>
              </a:rPr>
              <a:t>Bulldogs make wonderful family companions</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Understanding their needs ensures happy, healthy pets</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Their loyalty and gentle nature continue to win hearts</a:t>
            </a:r>
            <a:endParaRPr lang="en-US" sz="1600" dirty="0"/>
          </a:p>
          <a:p>
            <a:pPr algn="ctr" indent="0" marL="0">
              <a:buNone/>
            </a:pPr>
            <a:r>
              <a:rPr lang="en-US" sz="1600" dirty="0">
                <a:solidFill>
                  <a:srgbClr val="94A3B8"/>
                </a:solidFill>
                <a:latin typeface="Arial" pitchFamily="34" charset="0"/>
                <a:ea typeface="Arial" pitchFamily="34" charset="-122"/>
                <a:cs typeface="Arial" pitchFamily="34" charset="-120"/>
              </a:rPr>
              <a:t>Questions and discussion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Bulldogs</dc:title>
  <dc:subject>PptxGenJS Presentation</dc:subject>
  <dc:creator>Agentis V</dc:creator>
  <cp:lastModifiedBy>Agentis V</cp:lastModifiedBy>
  <cp:revision>1</cp:revision>
  <dcterms:created xsi:type="dcterms:W3CDTF">2026-04-06T13:37:23Z</dcterms:created>
  <dcterms:modified xsi:type="dcterms:W3CDTF">2026-04-06T13:37:23Z</dcterms:modified>
</cp:coreProperties>
</file>