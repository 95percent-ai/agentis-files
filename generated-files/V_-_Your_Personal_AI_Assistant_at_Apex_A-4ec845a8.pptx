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attendees and set the tone for the presentation. Emphasize that V is a revolutionary addition to the Apex Auto Group experience, designed to enhance customer relationships and streamline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V's identity and purpose. Emphasize that V is specifically designed for Apex Auto Group's luxury market segment and understands the nuances of high-end vehicle sales and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V's core functions. Highlight how V goes beyond basic chatbots by understanding customer needs and providing sophisticated, contextual responses tailored to luxury automotive sales and service.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V meets customers where they are. Emphasize the flexibility and convenience of multiple touchpoints, ensuring no customer inquiry goes unanswered regardless of preferred communication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Highlight V's ability to operate as a centralized intelligence system. Customers benefit from seamless coordination whether they're working with one location or multiple facilities within the Apex Auto Group network.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concrete examples that resonate with Apex Auto Group's clientele. Show how V handles both simple and complex requests with intelligence and professionalism.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value proposition. Emphasize how V enhances both customer experience and operational efficiency for Apex Auto Group, creating competitive advantage in the luxury automotive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Provide clear call-to-action instructions. Make it easy for customers and staff to begin using V. Encourage immediate engagement and emphasize the seamless onboarding process.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V: Your Personal AI Assistant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Introducing V at Apex Auto Group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V?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 AI assistant powered by advanced machine learning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Dedicated to Apex Auto Group's premium clientele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Trained on luxury automotive expertise and customer service excellence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Your intelligent partner in every step of your automotive journey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Handle complex sales inquiries with detailed vehicle information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Schedule test drives and coordinate logistics seamlessly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Book and manage service appointments across locations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Provide personalized follow-ups and customer relationship management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Multi-Channel Availability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Phone: Direct voice conversations with natural language understanding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WhatsApp: Convenient messaging for busy professionals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Email: Detailed written communication and documentation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Chat: Instant support directly from Apex Auto Group website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Multi-Location Coordination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Unified system across all Apex Auto Group dealership locations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inventory visibility and availability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Coordinated scheduling and resource management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Consistent, premium experience at every location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Examples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Customer inquiry: "What performance specs on the new GT model?" → Instant detailed response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Scheduling: "I need a test drive this Saturday" → V finds availability and confirms appointment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Service: "My car needs an oil change" → V books appointment and sends reminders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Follow-up: Personalized outreach on new models matching customer 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0F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of V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280160"/>
            <a:ext cx="10363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availability: Never miss an opportunity or customer need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Instant responses: Reduce wait times and improve satisfaction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Seamless coordination: Effortless scheduling across channels and locations</a:t>
            </a:r>
            <a:pPr algn="l"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experience: Tailored interactions based on customer history and preferences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Started with V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V through your preferred channel: phone, WhatsApp, email, or web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ApexAutoGroup.com to connect with V instantly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our main line and ask for V by name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 the future of automotive customer service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 - Your Personal AI Assistant at Apex Auto Group</dc:title>
  <dc:subject>PptxGenJS Presentation</dc:subject>
  <dc:creator>AgentOS V</dc:creator>
  <cp:lastModifiedBy>AgentOS V</cp:lastModifiedBy>
  <cp:revision>1</cp:revision>
  <dcterms:created xsi:type="dcterms:W3CDTF">2026-04-15T09:48:22Z</dcterms:created>
  <dcterms:modified xsi:type="dcterms:W3CDTF">2026-04-15T09:48:22Z</dcterms:modified>
</cp:coreProperties>
</file>