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Set a professional, customer-focused tone. Emphasize trust and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credibility and company values. Highlight longevity and customer focus. Adjust years/details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rigorous quality control. This differentiates us from competitors and builds customer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tangible financial and practical benefits. Use specific percentages to strengthen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post-purchase value. Emphasize ongoing relationship and support beyond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differentiation. Emphasize customer testimonials and ratings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specific details about current inventory. Encourage engagement through multiple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call-to-action. Provide multiple contact options. Encourage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Pre-Owned Cars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trusted partner in affordable vehicle ownership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 &amp; 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Established leader in pre-owned vehicle sales with 15+ years of industry expertise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Mission: Make quality transportation accessible and affordable for every customer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Committed to transparency, integrity, and customer satisfaction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Serving thousands of satisfied customers across the region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Quality Assurance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vehicle undergoes comprehensive 150-point inspection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service history verification and detailed vehicle reports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Certified mechanics ensure mechanical reliability and safety standards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pricing with no hidden fees or surprises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Pre-Owned Vehicles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Significant cost savings: 30-50% less than new vehicle prices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Proven reliability: vehicles with established track records and service histories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 insurance and registration costs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depreciation: your investment holds its value longer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Services &amp;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Extended warranty options and protection plans available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financing solutions with competitive rates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 maintenance packages for first 12 months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customer support team available 6 days a week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Us?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Largest inventory of certified pre-owned vehicles in the region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staff with genuine passion for helping customers find the right vehicle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Industry-leading customer satisfaction ratings and reviews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Hassle-free buying experience with transparent, ethical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Inventory Highlights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Sedans, SUVs, trucks, and specialty vehicles in stock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years 2015-2023 with mileage under 100,000 miles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vehicles include free CarFax reports and inspection certificates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arrivals added weekly—visit our showroom or website to browse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our showroom: 1234 Main Street, Your City, ST 12345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Phone: (555) 123-4567 | Email: sales@qualitypreownedcars.com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www.qualitypreownedcars.com | Hours: Mon-Sat 9AM-6PM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test drive or consultation with our expert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Company - Quality Pre-Owned Cars</dc:title>
  <dc:subject>PptxGenJS Presentation</dc:subject>
  <dc:creator>AgentOS V</dc:creator>
  <cp:lastModifiedBy>AgentOS V</cp:lastModifiedBy>
  <cp:revision>1</cp:revision>
  <dcterms:created xsi:type="dcterms:W3CDTF">2026-04-15T07:29:27Z</dcterms:created>
  <dcterms:modified xsi:type="dcterms:W3CDTF">2026-04-15T07:29:27Z</dcterms:modified>
</cp:coreProperties>
</file>