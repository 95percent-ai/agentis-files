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expectations for the presentation. Emphasize that V is a game-changer for productivity and team coordination at Hot Telemarketing.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V serves as a personal assistant tailored to each employee's role. Highlight the multi-channel availability and how memory persistence ensures continuity regardless of communication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V's primary functions. Emphasize the hierarchical work structure and how managers can oversee virtual workers. Explain approval workflows and team coordination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comprehensive toolset. Emphasize integration capabilities and how V can generate professional documents. Mention approvals, integrations, and team oversight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assistance model. Highlight the difference between immediate atomic tasks and complex multi-step workflows. Discuss how V provides proactive reminders and reactive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V's capabilities to Hot Telemarketing's specific business needs. Emphasize how V supports the telemarketing operation's unique requirements for team coordination and customer outreach.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practical guidance for adoption. Encourage users to start simple and build complexity. Mention that V's learning capabilities improve over time with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benefits and call to action. Encourage adoption and offer support resources. Thank the audience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Personal AI Assistant for Hot Telemarketing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- Your intelligent workplace companion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&amp; Purpose of 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 AI assistant for every team member across all roles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Conversational interface to the entire platform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Persistent memory across web chat, WhatsApp, and phone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experience - same assistant, any channel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planning: Manage Objectives → Goals → Tasks hierarchy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Virtual worker management: Assign goals, review activity, adjust autonomy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handling: Process tool requests and administrative decisions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coordination: Manage agent rules and cross-team workflows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Tools &amp;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Communication: Email, WhatsApp, phone calls - all integrated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management: Create, defer, track, and complete goals seamlessly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system: List, search, and read files across the platform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generation: Create presentations, reports, and spreadsheets instantly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 Assists Your Daily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 help with atomic tasks and one-off requests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Multi-step personal tasks completed in real-time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Scheduled reminders and deferred actions for future tasks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Platform navigation, setup guidance, and status updates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Hot Telemarketing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Streamline customer outreach campaigns and coordination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virtual worker teams with real-time oversight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Facilitate team communications across departments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 workflows and reduce administrative overhead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V through your preferred channel: web, WhatsApp, or phone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simple requests to familiarize yourself with V's capabilities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complex workflows as you become more comfortable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 learns your preferences and adapts to your work style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Your Workflow with 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productivity through intelligent automation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team coordination and communication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administrative burden for all roles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enhance your Hot Telemarketing experience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Personal AI Assistant at Hot Telemarketing</dc:title>
  <dc:subject>PptxGenJS Presentation</dc:subject>
  <dc:creator>AgentOS V</dc:creator>
  <cp:lastModifiedBy>AgentOS V</cp:lastModifiedBy>
  <cp:revision>1</cp:revision>
  <dcterms:created xsi:type="dcterms:W3CDTF">2026-04-26T14:05:32Z</dcterms:created>
  <dcterms:modified xsi:type="dcterms:W3CDTF">2026-04-26T14:05:32Z</dcterms:modified>
</cp:coreProperties>
</file>