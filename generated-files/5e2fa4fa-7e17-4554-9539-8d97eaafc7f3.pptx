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this introduction of V, your new personal assistant. Today we'll explore how V can transform your daily productivity and streamline your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is designed to handle your most time-consuming administrative tasks. From managing your busy schedule to helping you craft professional communications, V adapts to your working style and preferences to maximize your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is ready to become your trusted productivity partner. Start by asking V to help with any task, and discover how this intelligent assistant can free up your time for what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V: Your Personal Assistant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 Can Do For You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 management and calendar coordination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drafting and communication support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Research and information gathering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prioritization and project organization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Started?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is available 24/7 to support your needs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Simply ask V for help with any task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increased productivity from day one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V, your personal assistant</dc:title>
  <dc:subject>PptxGenJS Presentation</dc:subject>
  <dc:creator>Agentis V</dc:creator>
  <cp:lastModifiedBy>Agentis V</cp:lastModifiedBy>
  <cp:revision>1</cp:revision>
  <dcterms:created xsi:type="dcterms:W3CDTF">2026-04-06T13:21:04Z</dcterms:created>
  <dcterms:modified xsi:type="dcterms:W3CDTF">2026-04-06T13:21:04Z</dcterms:modified>
</cp:coreProperties>
</file>