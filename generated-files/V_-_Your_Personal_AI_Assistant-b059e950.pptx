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set the tone for the presentation. Emphasize that V is a transformative tool designed to enhance productivity and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V's identity as a sophisticated AI designed specifically for workplace productivity. Highlight the multi-channel availability and the importance of persistent memory for personalized assistance.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V's core functions. Emphasize how V handles routine communication tasks, freeing up time for strategic work. Mention the intelligent routing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V's sophisticated features that go beyond basic assistance. Explain how rules and approvals save time, and how V can create professional documents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convenience of accessing V through preferred communication channels. Highlight how persistent memory ensures continuity regardless of which platform is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practical guidance on maximizing V's effectiveness. Stress the importance of clear communication and the collaborative nature of the AI-human relationship. Mention that V learns and improves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tangible benefits employees will experience. Use concrete metrics where possible. Connect productivity gains to personal well-being and career advancement opportunities.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clear next steps and contact information. Encourage adoption and express enthusiasm about the positive impact V will have on the organization.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V: Your Personal AI Assistant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V - Your intelligent workplace companion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V?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 is an advanced AI assistant integrated into your workplace ecosystem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Operates seamlessly across email, WhatsApp, phone, and web platforms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Maintains persistent memory of your preferences and work patterns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Available to support your professional needs anytime, anywhere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 Does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Manages your email communications and drafts professional responses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Handles WhatsApp and phone interactions with intelligent routing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Organizes and optimizes your calendar and scheduling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Processes work assignments and tracks project progress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V's Advanced Capabilities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Manages approvals and workflows with intelligent decision support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Creates and enforces custom rules for automated task handling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Generates professional presentations and reports on demand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Builds and maintains spreadsheets with real-time data integration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Integration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experience across email, WhatsApp, phone, and web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Consistent context and memory across all communication platforms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Intelligent channel selection based on message urgency and type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handoff between channels without losing information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Effectively with 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clear, specific instructions for best results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Establish preferences and rules early for personalized assistance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Review and approve important decisions before V executes them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 feedback to help V learn your work style and priorities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Reclaim 10+ hours per week by automating routine tasks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 email and communication overload with intelligent filtering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 decision-making with data-driven insights and reports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Achieve better work-life balance through enhanced productivity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with V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is ready to assist you across all your daily tasks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Contact the V Support Team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our resource center for tutorials and best practices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future of intelligent productivity starts now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 - Your Personal AI Assistant</dc:title>
  <dc:subject>PptxGenJS Presentation</dc:subject>
  <dc:creator>AgentOS V</dc:creator>
  <cp:lastModifiedBy>AgentOS V</cp:lastModifiedBy>
  <cp:revision>1</cp:revision>
  <dcterms:created xsi:type="dcterms:W3CDTF">2026-04-13T14:09:52Z</dcterms:created>
  <dcterms:modified xsi:type="dcterms:W3CDTF">2026-04-13T14:09:52Z</dcterms:modified>
</cp:coreProperties>
</file>