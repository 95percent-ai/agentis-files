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Modern Business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service automation and chatbots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Predictive analytics for decision-making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Supply chain optimization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Personalized marketing and recommendations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Increased productivity and cost reduction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Improved customer experience and retention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data-driven insights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Faster innovation cycles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privacy and security concerns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Skills gap and talent acquisition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Integration with legacy systems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Ethical considerations and bias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Outlook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Autonomous systems and robotics expansion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AI-human collaboration becoming standard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Regulatory frameworks emerging globally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 evolution of capabilities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AI-Powered Future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2026-04-13T07:22:11Z</dcterms:created>
  <dcterms:modified xsi:type="dcterms:W3CDTF">2026-04-13T07:22:11Z</dcterms:modified>
</cp:coreProperties>
</file>