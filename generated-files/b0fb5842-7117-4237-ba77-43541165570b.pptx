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presentation about V, your new personal assistant. Today we'll explore how V can transform your daily productivity and streamline your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designed to handle your most time-consuming administrative tasks. From managing your busy schedule to helping you craft professional communications, V adapts to your working style and preferences to maximize your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more than just a tool - it's your dedicated partner in achieving more with less effort. Thank you for your time, and I'm excited to show you how V can revolutionize your daily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 Can Do For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management and calendar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drafting and communication support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and information gathering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prioritization and workflow optimization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Productivity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24/7 for immediate assistance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integrates with your existing tools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preferences over time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 helping you right now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V, your personal assistant</dc:title>
  <dc:subject>PptxGenJS Presentation</dc:subject>
  <dc:creator>Agentis V</dc:creator>
  <cp:lastModifiedBy>Agentis V</cp:lastModifiedBy>
  <cp:revision>1</cp:revision>
  <dcterms:created xsi:type="dcterms:W3CDTF">2026-04-06T13:18:42Z</dcterms:created>
  <dcterms:modified xsi:type="dcterms:W3CDTF">2026-04-06T13:18:42Z</dcterms:modified>
</cp:coreProperties>
</file>