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audience and introduce HOT as a major player in Israeli telecommunications. Set the tone for a comprehensive overview of the company's services, market position, and future direction.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 HOT's transformation from a cable TV company to a comprehensive telecommunications provider. Highlight key turning points that shaped the company's growth trajectory and market dominance.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HOT's comprehensive service offerings across all major telecommunications categories. Emphasize the integrated nature of services and customer convenience of bundled solutions.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Detail the television and internet services that form HOT's core business. Highlight technological advancements and customer benefits including content variety and connection speeds.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Hot Mobile's role as HOT's mobile division. Discuss the MVNO model, market penetration, and how mobile services complement the company's other offerings for seamless customer experience.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Outline HOT's technological infrastructure from 3G through 5G. Emphasize commitment to staying at the forefront of telecommunications technology and providing customers with cutting-edge connectivity solutions.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HOT's relationship with Altice Group and the strategic advantages of this partnership. Discuss how international affiliation enhances capabilities and market opportunities.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what differentiates HOT in the competitive Israeli telecommunications market. Emphasize integrated services, infrastructure quality, and customer-centric approach.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HOT's current market standing and forward-looking strategy. Discuss growth initiatives, technology investments, and vision for future market leadership in Israel's telecommunications industry.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Conclude the presentation by thanking the audience and inviting questions. Reinforce HOT's position as Israel's telecommunications leader and openness to further discussion.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 Telecommunication Systems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Israel's Leading Multi-Service Communications Provider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History &amp; Evolution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Founded as cable television provider, expanded to full telecommunications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Strategic growth from single-service to multi-service provider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Key milestones: Digital TV launch, broadband expansion, mobile entry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Established as market leader in Israeli telecommunications landscape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 Portfolio Overview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TV Services: Cable, digital, HD channels, on-demand content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Internet Services: High-speed broadband and fiber optic connections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Landline Services: Fixed-line telephony and voice solutions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Mobile Services: Cellular network through Hot Mobile subsidiary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Television &amp; Broadband Services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Advanced digital TV platform with HD and 4K content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Extensive on-demand library and streaming capabilities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Ultra-fast fiber optic broadband infrastructure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Reliable connectivity for homes and businesses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 Mobile - Mobile Network Subsidiary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MVNO (Mobile Virtual Network Operator) providing cellular services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Significant customer base and growing market share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Flexible mobile plans integrated with HOT services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Competitive pricing and bundled package offerings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Technology &amp; Capabilities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3G Network: Established mobile coverage across Israel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4G LTE: High-speed data and reliable connectivity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5G Network: Next-generation ultra-fast technology deployment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Continuous infrastructure investment for network excellence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Altice Group Partnership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Part of Altice Group - international telecommunications conglomerate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Access to global expertise and resources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Shared technology platforms and innovation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Strategic positioning in European and international markets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Advantages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Integrated multi-service platform for customer convenience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Extensive network infrastructure and coverage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Innovation in technology and service delivery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Strong customer service and support infrastructure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Position &amp; Future Vision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Market leadership in Israeli telecommunications sector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Continued investment in 5G and fiber infrastructure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Digital transformation and customer experience enhancement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Expansion of integrated services and innovative solutions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 Telecommunication Systems - Connecting Israel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and Discussion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more information: www.hot.net.il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Leading the Future of Israeli Telecommunications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HOT Telecommunication Systems - Israeli Telecommunications Leader</dc:title>
  <dc:subject>PptxGenJS Presentation</dc:subject>
  <dc:creator>AgentOS V</dc:creator>
  <cp:lastModifiedBy>AgentOS V</cp:lastModifiedBy>
  <cp:revision>1</cp:revision>
  <dcterms:created xsi:type="dcterms:W3CDTF">2026-04-26T14:06:38Z</dcterms:created>
  <dcterms:modified xsi:type="dcterms:W3CDTF">2026-04-26T14:06:38Z</dcterms:modified>
</cp:coreProperties>
</file>