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 introducing HOT as a major player in Israeli telecommunications. Emphasize the company's heritage and global backing.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HOT's complete service offerings. Highlight the integrated approach covering all major communication channels for consumers and enterprises.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Hot Mobile as the wireless division. Emphasize the transition and expansion strategy that positioned the company for growth in mobile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the technological capabilities across generations. Mention the legacy iDEN network serves business PTT needs while modern networks handle consumer demand.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HOT ensures comprehensive coverage through its own infrastructure and strategic partnerships. The roaming agreement extends reach to underserved areas.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HOT's competitive strengths. The integrated approach and modern infrastructure differentiate from competitors offering single-channel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Forward-looking statement on HOT's direction. Emphasize commitment to technology investment and customer satisfaction as drivers of future growth.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Open floor for questions and discussion about HOT's services and market 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Telecommunication Systems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Israeli Communications Provider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Services Portfolio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Multi-channel Television Services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Fiber-Optic Internet Infrastructure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Landline Telephone Services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Mobile Telecommunications via Hot Mobile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Mobile Subsidiary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Formerly Mirs Communications Ltd (rebranded May 2012)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UMTS Network License Awarded 2011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Nationwide Wireless Coverage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Serving Consumers and Large Organizations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Technology Stack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3G UMTS Services (2100MHz Band)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4G LTE Network Infrastructure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5G NR Network Services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Legacy iDEN Network (800MHz SMR Band with PTT)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&amp; Roaming Strategy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Nationwide UMTS Network Deployment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Domestic Roaming Agreement with Partner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Extended Geographic Coverage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Seamless Service Continuity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Position &amp; Competitive Advantage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One of Israel's Major Telecom Providers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Integrated Multi-Channel Offering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Advanced Network Infrastructure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Enterprise and Consumer Solutions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Vision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Continuous Network Modernization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Expansion of 5G Capabilities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Enhanced Customer Experience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Sustained Market Leadership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Telecommunication Systems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Israeli Communications Excellence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 Telecommunication Systems - Leading Israeli Communications Provider</dc:title>
  <dc:subject>PptxGenJS Presentation</dc:subject>
  <dc:creator>AgentOS V</dc:creator>
  <cp:lastModifiedBy>AgentOS V</cp:lastModifiedBy>
  <cp:revision>1</cp:revision>
  <dcterms:created xsi:type="dcterms:W3CDTF">2026-04-26T13:53:19Z</dcterms:created>
  <dcterms:modified xsi:type="dcterms:W3CDTF">2026-04-26T13:53:19Z</dcterms:modified>
</cp:coreProperties>
</file>