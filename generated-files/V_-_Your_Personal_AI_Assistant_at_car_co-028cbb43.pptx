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set an engaging tone. Emphasize that V is here to make their work life easier and more efficient.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V's identity and position within the organization. Emphasize partnership and support rather than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capability with real-world examples. Highlight how these features save time and improve quality of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users can choose their preferred channel based on context and urgency. All channels are seamlessly integrated.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V enhances team dynamics without disrupting established processes. V works within company structure and protocols.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V helps distribute work efficiently and keeps everyone on track. Show examples of task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V becomes more valuable over time as it learns individual preferences. Discuss how to set up Agent Rules for personalization.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actionable tips for getting the most value. Encourage experimentation and feedback. Offer resources for ongoing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 - Your intelligent workplace companion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 Am &amp; My Role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 is your dedicated AI assistant integrated into car company operations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 support individual productivity and team collaboration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Designed to handle routine tasks so you can focus on strategic work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Your trusted partner in daily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Core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Communications: Draft emails, messages, and professional correspondence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Scheduling: Manage calendars, coordinate meetings, and optimize time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Research: Gather information, analyze data, and provide insights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Generation: Create reports, presentations, and templates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Channels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WhatsApp: Quick messages and instant support on mobile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Email: Formal communications and detailed requests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Phone: Voice interactions for complex discussions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Chat: Browser-based access from your desktop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Work With Your Team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integration with existing workflows and tools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collaboration with team members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Transparent communication and shared visibility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Respects organizational hierarchy and approval processes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Assignment &amp; Task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task assignment and prioritization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 tracking and deadline management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reminders and status updates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Workload balancing across team members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Personalization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Rules: Customize V's behavior to match your preferences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Learns your communication style and work patterns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Adapts to your priorities and decision-making process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improvement through feedback and interaction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Maximizing Your Experience With 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clear and specific in your requests for best results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feedback to help V learn your preferences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all available channels to find what works best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with V as your strategic thinking partner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 at car company</dc:title>
  <dc:subject>PptxGenJS Presentation</dc:subject>
  <dc:creator>AgentOS V</dc:creator>
  <cp:lastModifiedBy>AgentOS V</cp:lastModifiedBy>
  <cp:revision>1</cp:revision>
  <dcterms:created xsi:type="dcterms:W3CDTF">2026-04-15T07:27:15Z</dcterms:created>
  <dcterms:modified xsi:type="dcterms:W3CDTF">2026-04-15T07:27:15Z</dcterms:modified>
</cp:coreProperties>
</file>