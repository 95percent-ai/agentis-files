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to V's introduction. Emphasize the multi-platform availability and continuous memory feature as key differentiators. Set an energetic, welcoming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V's core capabilities. Emphasize the breadth of functionality - from communication to content creation to intelligent task management. Use visuals to showcase each superpower.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V's commitment to reliability and personalization. Reinforce the 24/7 availability and adaptive learning. Leave audience feeling confident and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Dedicated Personal AI Assistant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Superpowers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Communication via Email, WhatsApp &amp; Calls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Creation: Presentations, Reports &amp; Spreadsheets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Scheduling &amp; Work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Web Search &amp; Personalized Learning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Here for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Forgets Our Conversations Across Any Channel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Tasks Immediately or Schedules for Later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Your Preferences &amp; Working Style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Availability to Boost Your Productivity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V - Your AI Assistant</dc:title>
  <dc:subject>PptxGenJS Presentation</dc:subject>
  <dc:creator>AgentOS V</dc:creator>
  <cp:lastModifiedBy>AgentOS V</cp:lastModifiedBy>
  <cp:revision>1</cp:revision>
  <dcterms:created xsi:type="dcterms:W3CDTF">2026-04-13T10:12:57Z</dcterms:created>
  <dcterms:modified xsi:type="dcterms:W3CDTF">2026-04-13T10:12:57Z</dcterms:modified>
</cp:coreProperties>
</file>