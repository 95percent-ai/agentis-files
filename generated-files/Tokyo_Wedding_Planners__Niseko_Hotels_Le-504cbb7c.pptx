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sets context for boutique market opportunity. Emphasize exclusivity and quality over volume. This is a precision targeting strategy.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7 planners are our primary targets. They have existing Niseko infrastructure and high-net-worth client bases. Emphasize their market leadership and our mutual benefit.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scoring methodology. Explain how Niseko relationships are weighted highest (3pts) because they indicate market fit and existing infrastructure. This framework ensures consistent evaluation across all 50 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campaign structure. Tier 1 emails emphasize partnership and exclusivity. Tier 2 emphasize growth and professional network. Multi-touch means 3-4 touchpoints over 2-3 weeks. Qualified conversation = interest in demo or partnership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execution phase. Emphasize timeline: lead list finalized this week, templates drafted by end of week, dashboard live before campaign launch. Maya's involvement ensures continuity and relationship depth.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what success looks like. Qualified conversation = planner expresses interest in learning more or scheduling a demo. Weekly check-ins allow for real-time optimization of messaging and timing.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statement. Reinforce the strategic advantage of this boutique, high-intent market. Emphasize the combination of precision targeting, personalization, and relationship management. Invite questions and confirm next steps with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Tokyo-Niseko Wedding Planners: Strategic Market Entry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Boutique market: 15-20 verified planners with high-intent opportunities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High-Intent Lead Targets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37 Frames Weddings, Ayaka Ishimura Wedding &amp; Design, Aiko/Nomad Weddings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Landress/MnK Niseko, Skye Niseko planners, Yukari Ueno Experiences, BEyond Weddings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demonstrate luxury positioning and proven Niseko market presence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relationships with premium hotels and international clientele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Scoring Framework: 10-Point System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Niseko relationships: 3 points | Luxury positioning: 2 points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Destination specialization: 2 points | International capacity: 1 point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English capability: 1 point | Portfolio quality: 1 point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Scoring enables prioritization and personalization at scale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 Strategy: Multi-Touch Campaign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Personalized email sequences by tier with customized value propositions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Tier 1: premium positioning, partnership opportunities, exclusive benefits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Tier 2: market expansion, referral potential, professional development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metrics: 20% open rate, 2-3 qualified conversations per tier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Finalize 50-lead list with scoring and segmentation complete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Draft email templates for Tier 1 and Tier 2 with personalization variables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 up tracking dashboard: open rates, click rates, response rates, conversation outcomes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Coordinate handoff to Maya for product demos and relationship building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 &amp; 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Primary KPI: 2-3 qualified conversations per tier (6-9 total conversations)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Secondary KPI: 20% email open rate, 5-8% click-through rate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pipeline progression: conversation → demo → partnership discussion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Weekly reporting and optimization based on engagement data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Launch: Tokyo-Niseko Market Entry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focus on 15-20 verified planners with precision targeting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lead scoring and personalized outreach sequences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metrics, dashboard tracking, and Maya-led relationship management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Campaign launch within 2 weeks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Tokyo Wedding Planners: Niseko Hotels Lead Research &amp; Outreach Strategy</dc:title>
  <dc:subject>PptxGenJS Presentation</dc:subject>
  <dc:creator>AgentOS V</dc:creator>
  <cp:lastModifiedBy>AgentOS V</cp:lastModifiedBy>
  <cp:revision>1</cp:revision>
  <dcterms:created xsi:type="dcterms:W3CDTF">2026-04-29T11:44:46Z</dcterms:created>
  <dcterms:modified xsi:type="dcterms:W3CDTF">2026-04-29T11:44:46Z</dcterms:modified>
</cp:coreProperties>
</file>