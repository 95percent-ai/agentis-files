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Set the tone for a professional presentation about HOT Telecom's market leadership and commitment to quality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HOT Telecom's position as a market leader. Emphasize longevity, reliability, and forward-thinking approach to telecommunications.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full spectrum of services HOT Telecom offers. Highlight how these services work together to meet diverse customer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technological advantages and customer-centric features. Explain how fiber optics provide superior speed and reliability compared to competitors.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reliability concerns. Explain the infrastructure investments that enable nationwide coverage and high uptime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features to tangible customer benefits. Emphasize value proposition and how HOT Telecom improves daily connectivity and entertainment.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clear call-to-action information. Make it easy for prospects to take next steps. Mention any current promotional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remarks. Reinforce brand promise and encourage immediate action. Thank audience for their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Telecom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Israel's Leading Telecommunications Provider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Major telecommunications provider serving Israel's residential and business sectors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Decades of industry experience and market expertise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Commitment to innovation and customer satisfaction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Strategic infrastructure investments across the nation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Services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High-Speed Internet - blazing-fast connectivity for homes and businesses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Cable &amp; Satellite TV - premium entertainment with extensive channel offerings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Services - comprehensive cellular coverage and plans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Telecommunications - reliable voice and data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Fiber Optic Infrastructure - state-of-the-art network backbone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Competitive Pricing - transparent, value-driven service packages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Bundled Packages - integrated solutions for maximum savings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24/7 Customer Support - dedicated assistance whenever needed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Coverage &amp; Reliability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Nationwide Coverage - comprehensive service availability across Israel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99.9% Uptime Guarantee - dependable connectivity you can trust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Redundant Systems - backup infrastructure ensures continuous service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Regular Maintenance - proactive network optimization and upgrades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Reliable Connectivity - consistent, high-quality service performance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Comprehensive Packages - bundled solutions tailored to your needs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Innovative Technology - access to latest telecommunications advancements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Savings - competitive rates with flexible billing options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HOT Telecom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Visit our website: www.hot.net.il for service details and coverage check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Call our sales team: 1-800-HOT-TELECOM for personalized consultation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Online signup available - activate service in minutes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Special promotions and bundled discounts available for new customers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the HOT Telecom Difference Today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Contact our dedicated support team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trusted partner for connectivity excellence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 Telecom - Israel's Leading Telecommunications Provider</dc:title>
  <dc:subject>PptxGenJS Presentation</dc:subject>
  <dc:creator>AgentOS V</dc:creator>
  <cp:lastModifiedBy>AgentOS V</cp:lastModifiedBy>
  <cp:revision>1</cp:revision>
  <dcterms:created xsi:type="dcterms:W3CDTF">2026-04-26T14:07:16Z</dcterms:created>
  <dcterms:modified xsi:type="dcterms:W3CDTF">2026-04-26T14:07:16Z</dcterms:modified>
</cp:coreProperties>
</file>