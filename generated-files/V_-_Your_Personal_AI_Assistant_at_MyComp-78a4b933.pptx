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 and set an enthusiastic tone. Emphasize that V is here to make their work easier and more efficient. This is an exciting new tool that will change how they collaborate and manage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V's personality and purpose. V is not just a tool but a trusted assistant that understands the unique needs of our healthcare hardware sales environment. Emphasize reliability and industry-specific knowledge.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context about MyCompany's business. Help team members understand how V fits into our larger mission. Emphasize that V is a strategic tool that supports our healthcare focus and customer-centric approach.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flexibility and accessibility of V. Team members can interact with V however is most convenient for them. This removes barriers and ensures everyone can benefit from V's capabilities regardless of their preferred communication style.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V's core features. These are the tools that will have the most immediate impact on daily work. Emphasize that V handles routine tasks, freeing up time for strategic work. Mention web search capability for research and information gathering.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practical benefits. Show how V reduces administrative burden and helps team members focus on high-value activities. Discuss how deferred assignments enable better resource allocation and team collaboration.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the specific tools available. Give concrete examples of how each tool saves time. Encourage team members to explore different features. Mention that V can combine multiple tools for comprehensive solutions.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with actionable next steps. Encourage adoption and experimentation. Emphasize that V learns from interactions and improves over time. Invite questions and offer support resources. Reinforce that V is here to serve the team and enhance our collective success.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V: Your Personal AI Assistant at MyCompany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V - Your dedicated AI partner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V? Our AI Assistant Identity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V: Your intelligent, always-available work companion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Mission: Enhance productivity and streamline workflows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Designed specifically for MyCompany team members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Built to understand healthcare industry context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MyCompany: Our Healthcare Hardware Mission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Leading provider of innovative healthcare hardware solutions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Serving healthcare professionals and institutions globally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Committed to improving patient outcomes through technology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 supports our team's mission every single day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V's Multi-Channel Support System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Seamless access via phone, WhatsApp, email, and web chat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Consistent experience across all platforms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Choose your preferred communication method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Always connected, always responsive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V's Key Capabilities &amp; Tools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Communication: Drafting emails, messages, and professional correspondence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Scheduling: Managing calendars and coordinating meetings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Document Generation: Creating presentations, reports, and spreadsheets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Collaboration: Team coordination, task assignment, and workflow automation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V Transforms Your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Task Management: Organize priorities and track progress automatically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Workflow Automation: Eliminate repetitive manual processes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Deferred Assignments: Delegate tasks intelligently across the team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Smart Reminders: Never miss deadlines or important follow-ups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Tools &amp; Resources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Presentations: Create professional slides in minutes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Reports &amp; Spreadsheets: Generate data-driven documents automatically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 Search: Research and gather information efficiently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Conversation Mode: Natural dialogue for complex problem-solving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Together: Maximizing V's Potential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small: Use V for one task this week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clear instructions for best results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V for routine work, focus on strategy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feedback to help V improve for our team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 - Your Personal AI Assistant at MyCompany</dc:title>
  <dc:subject>PptxGenJS Presentation</dc:subject>
  <dc:creator>AgentOS V</dc:creator>
  <cp:lastModifiedBy>AgentOS V</cp:lastModifiedBy>
  <cp:revision>1</cp:revision>
  <dcterms:created xsi:type="dcterms:W3CDTF">2026-04-14T15:31:34Z</dcterms:created>
  <dcterms:modified xsi:type="dcterms:W3CDTF">2026-04-14T15:31:34Z</dcterms:modified>
</cp:coreProperties>
</file>