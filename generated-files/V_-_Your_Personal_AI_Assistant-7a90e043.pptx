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set the tone for an exciting introduction to V. Emphasize that this is a transformative tool designed with their workflow in mind.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V's core identity as a unified assistant that exists wherever the team works. Emphasize the seamless integration and personalization aspects.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capability with confidence. These are the core features that will save time and improve productivity. Pause after each to let it sink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convenience of omnichannel access. Emphasize that switching channels doesn't mean losing context - V maintains full conversation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V isn't one-size-fits-all. Each team member gets a personalized experience. Give examples of how different roles might have different rule 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these examples concrete and relatable. Connect each to actual pain points your audience experiences daily. Encourage them to imagine how V could help their specific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Lower the barrier to entry. Emphasize that V is user-friendly and forgiving. Encourage experimentation and learning by doing.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an inspiring note. Reinforce the value proposition and invite questions. Thank the audience for their attention and openness to this new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Your Personal AI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V - Your intelligent workplace companion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V?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 advanced AI assistant integrated into your daily workflow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Available across all your communication channels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Learns your preferences and adapts to your style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Maintains context across every conversation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 assignment management and task tracking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Intelligent scheduling and calendar coordination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Multi-channel communication (WhatsApp, Email, Phone)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document generation and web search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Communication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Reach V via WhatsApp, email, phone, or web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Consistent experience across all platforms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conversation memory - V remembers everything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Respond in your preferred channel, every time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Through Agent Rules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 learns your communication style and preferences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behavior rules tailored to your role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Adapts tone, format, and response style automatically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Becomes more valuable the more you interact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Sales team: Generate quotes and track customer communications instantly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Operations: Coordinate schedules and assign tasks across teams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Management: Summarize conversations and create reports automatically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Everyone: Search the web and access information in seconds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with 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 is already integrated into your workspace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with simple requests - V learns as you go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your preferences and communication channels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Ask V anything - it's designed to help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Your Workflow with 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smarter, not harder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what matters - let V handle the rest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V has answers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Your Personal AI Assistant</dc:title>
  <dc:subject>PptxGenJS Presentation</dc:subject>
  <dc:creator>AgentOS V</dc:creator>
  <cp:lastModifiedBy>AgentOS V</cp:lastModifiedBy>
  <cp:revision>1</cp:revision>
  <dcterms:created xsi:type="dcterms:W3CDTF">2026-04-14T11:16:30Z</dcterms:created>
  <dcterms:modified xsi:type="dcterms:W3CDTF">2026-04-14T11:16:30Z</dcterms:modified>
</cp:coreProperties>
</file>