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the tone for the presentation. Emphasize that V is a game-changing innovation in customer service for luxury and performance vehicles.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purpose and specialization. Highlight that V is not a generic chatbot but specifically trained for high-end automotive sales and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technical and operational capabilities that make V effective. Emphasize the integration with Apex systems for seamless service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service offering. Provide examples of how V handles typical customer interactions in each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convenience and accessibility. Highlight that customers can reach V through their preferred communication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features to tangible customer benefits. Use concrete examples of time saved and improved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contact information and encourage audience to reach out. Explain that each channel is equally responsive and 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 strong call-to-action. Reinforce V's value proposition and encourage immediate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at Apex Auto Group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AI assistant designed for Apex Auto Group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Specializes in premium car dealership operations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Understands luxury and performance vehicle market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Apex inventory and service expertise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knowledge of luxury and performance vehicle inventory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access to real-time scheduling systems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customer interaction and follow-up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Multi-location coordination and support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V Offers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inquiries and vehicle recommendations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drive scheduling and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appointment booking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follow-ups and relationship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Assists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availability—no waiting for business hours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support: WhatsApp, phone, email, web chat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responses to inquiries and requests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scheduling without back-and-forth communication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Lightning-fast response times—immediate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service tailored to your preferences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Convenient communication on your schedule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knowledge of inventory and services at your fingertips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V Today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WhatsApp: Direct messaging for quick inquiries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Phone: Call for immediate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Detailed questions and follow-ups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Chat: Browse and chat simultaneously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Premium Service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AI assistant at Apex Auto Group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whenever you need 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to your automotive excellence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V transform your dealership experience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Apex Auto Group</dc:title>
  <dc:subject>PptxGenJS Presentation</dc:subject>
  <dc:creator>AgentOS V</dc:creator>
  <cp:lastModifiedBy>AgentOS V</cp:lastModifiedBy>
  <cp:revision>1</cp:revision>
  <dcterms:created xsi:type="dcterms:W3CDTF">2026-04-15T09:30:22Z</dcterms:created>
  <dcterms:modified xsi:type="dcterms:W3CDTF">2026-04-15T09:30:22Z</dcterms:modified>
</cp:coreProperties>
</file>