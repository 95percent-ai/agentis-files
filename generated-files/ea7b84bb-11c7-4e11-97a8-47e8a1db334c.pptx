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 to this introduction to V, your new AI assistant. Today we'll explore V's capabilities and how it can transform your daily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is designed with a personality that balances professionalism with approachability. The assistant provides clear, actionable responses without unnecessary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meets you where you are. Whether you prefer texting, talking, or using dedicated apps, V provides consistent assistance across all communication channels.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excels at gathering information and breaking down complex topics into digestible insights. Perfect for research projects, market analysis, or understanding new subjects.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creating polished presentations to writing code, V handles diverse content creation needs. The translation feature breaks down language barriers for global communication.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transforms chaos into clarity. Whether dealing with messy data, long documents, or complex decisions, V provides structure and actionable insights.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acts as your personal productivity partner, handling scheduling complexities and helping you focus on what matters most. No more back-and-forth emails for meeting coordination.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is ready to become your trusted AI assistant. Start with simple tasks and gradually explore more advanced features as you become comfortable with the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V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Assistant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V: Your Smart Personal Assistant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Intelligent and capable AI designed for personal productivity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Warm, concise, and natural communication style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Decisive responses that help you move forward quickly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 to understand and adapt to your needs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 Accessibility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WhatsApp integration for instant messaging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Phone call support for voice interactions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In-app voice and chat functionality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experience across all platforms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Analysis Capabilities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Comprehensive search and research assistance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In-depth analysis of complex topics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analysis and summarization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extraction and classification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Generation &amp; Communication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Professional reports and presentations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Charts and visual data representations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 generation and technical documentation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Multi-language translation services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 &amp; Organization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Extract structured data from unstructured sources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Classify and categorize content efficiently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Summarize lengthy documents and materials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Make data-driven decisions and recommendations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&amp; Scheduling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Meeting scheduling and calendar management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 prioritization and workflow optimization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reminders and follow-ups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Integration with existing productivity tools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Get Started?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is here to enhance your productivity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whenever and wherever you need assistance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V, Your AI Assistant</dc:title>
  <dc:subject>PptxGenJS Presentation</dc:subject>
  <dc:creator>Agentis V</dc:creator>
  <cp:lastModifiedBy>Agentis V</cp:lastModifiedBy>
  <cp:revision>1</cp:revision>
  <dcterms:created xsi:type="dcterms:W3CDTF">2026-04-06T13:23:05Z</dcterms:created>
  <dcterms:modified xsi:type="dcterms:W3CDTF">2026-04-06T13:23:05Z</dcterms:modified>
</cp:coreProperties>
</file>