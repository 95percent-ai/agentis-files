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 and set the tone for the presentation. Emphasize that V represents a significant advancement in customer service technology at Apex Car Auto. Highlight the commitment to innovation and customer satisfaction.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V's core identity and purpose. Emphasize that V is not a generic chatbot but a specialized solution built for the automotive industry. Mention the technology stack and development process if relevant.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capability in detail. Provide examples of how customers benefit from each feature. Emphasize the time-saving and convenience aspects. Mention integration with Apex Car Auto's backend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omnichannel approach. Explain that customers can start a conversation on one channel and continue on another seamlessly. Emphasize accessibility and convenience across all platforms.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on how V enhances the luxury car buying experience. Discuss V's ability to handle sophisticated customer inquiries about performance, technology, and exclusivity. Mention how V helps differentiate Apex Car Auto in the premium market.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scheduling workflow. Emphasize how V reduces administrative burden on staff while improving customer experience. Mention the reduction in scheduling errors and improved operational efficiency.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how V enhances overall customer satisfaction. Explain the balance between AI efficiency and human touch. Mention specific examples of improved customer retention and loyalty through V's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clear call-to-action instructions. Share contact information and specific entry points for reaching V. Encourage audience to try V immediately. Thank them for their attention and open floor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V: Your Personal AI Assistant at Apex Car Auto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 V - Advanced AI Technology for Automotive Excellence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V? Understanding Our AI Assistant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Intelligent AI Assistant Designed Specifically for Apex Car Auto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Combines Machine Learning with Automotive Industry Expertise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Provides Personalized Assistance for Every Customer Need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Operates with Human-Like Conversational Abilities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 of V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Sales Inquiries: Answer questions about vehicle specifications, pricing, and features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 Drive Scheduling: Book appointments instantly at your preferred time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Service Appointments: Schedule maintenance and repairs with ease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Customer Follow-ups: Personalized communication to ensure satisfaction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Multi-Channel Availability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WhatsApp: Instant messaging for quick inquiries and updates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Phone: Voice conversations for complex discussions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Email: Detailed written communication for documentation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 Chat: Real-time support directly from Apex Car Auto website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for Luxury &amp; Performance Vehicle Sales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Expert Knowledge of High-End Vehicle Features and Performance Metrics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Detailed Specifications and Customization Options Guidance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Competitive Pricing and Financing Options Information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Exclusive Offers and Premium Package Recommendations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&amp; Appointment Management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Calendar Integration for Instant Booking Confirmation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Reminders to Reduce No-Shows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Flexible Rescheduling Options Available 24/7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Seamless Handoff to Service Team for Appointment Preparation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Service &amp; Support Excellence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Immediate Response to Customer Questions and Concerns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Proactive Follow-up After Purchase and Service Visits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Personalized Recommendations Based on Customer History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Escalation to Human Specialists When Needed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V Today - Your Automotive Journey Starts Here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with V via WhatsApp, Phone, Email, or Web Chat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Instant Answers to Your Automotive Questions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Your Test Drive or Service Appointment Now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the Future of Customer Service at Apex Car Auto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 - Your AI Assistant at Apex Car Auto</dc:title>
  <dc:subject>PptxGenJS Presentation</dc:subject>
  <dc:creator>AgentOS V</dc:creator>
  <cp:lastModifiedBy>AgentOS V</cp:lastModifiedBy>
  <cp:revision>1</cp:revision>
  <dcterms:created xsi:type="dcterms:W3CDTF">2026-04-15T09:22:45Z</dcterms:created>
  <dcterms:modified xsi:type="dcterms:W3CDTF">2026-04-15T09:22:45Z</dcterms:modified>
</cp:coreProperties>
</file>