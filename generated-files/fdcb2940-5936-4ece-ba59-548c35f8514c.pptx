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this presentation about V, your new personal AI assistant. Today we'll explore how V can transform your daily workflow and productivity.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represents the next generation of AI assistants, built with cutting-edge technology to understand context and provide meaningful assistance. Unlike basic chatbots, V can engage in complex conversations and understand nuanced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V's capabilities span across multiple domains. Whether you need help organizing your calendar, conducting research, generating creative content, or analyzing data, V can handle these tasks efficiently while maintaining high quality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value of V lies in the tangible benefits it provides. Users typically report significant time savings, better decision-making capabilities, and reduced cognitive load from managing multiple tasks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is ready to become your trusted AI companion. The future of work is here, and it's personalized, intelligent, and always available to help you achieve your goals more efficiently.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V: Your Personal AI Assistant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V?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AI assistant designed for personal and professional use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Natural language processing for intuitive conversations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24/7 availability across multiple platforms and devices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Continuously learning and adapting to your preferences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management and scheduling optimization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Research and information synthesis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Creative content generation and brainstorming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analysis and report 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for You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 2-3 hours daily on routine tasks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 decision-making with instant insights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 creativity through AI-powered brainstorming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 stress with intelligent task prioritization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Get Started?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the future of personal assistance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your productivity today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V, your personal AI assistant</dc:title>
  <dc:subject>PptxGenJS Presentation</dc:subject>
  <dc:creator>Agentis V</dc:creator>
  <cp:lastModifiedBy>Agentis V</cp:lastModifiedBy>
  <cp:revision>1</cp:revision>
  <dcterms:created xsi:type="dcterms:W3CDTF">2026-04-07T15:24:46Z</dcterms:created>
  <dcterms:modified xsi:type="dcterms:W3CDTF">2026-04-07T15:24:46Z</dcterms:modified>
</cp:coreProperties>
</file>