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Bitcoin Price Update for April 26, 2026. Today we're reviewing the current market position with prices hovering in the $77,800 to $78,000 range across major global exchanges. This presentation provides a comprehensive overview of pricing consistency and market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demonstrates strong price consistency across major exchanges with only a $447 spread between highest and lowest prices. Kraken leads at $78,011, while bitFlyer shows the lowest at $77,564. This tight range indicates healthy market liquidity and efficient price discovery across global trading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shows modest positive momentum over the 24-hour period with gains ranging from 0.08% to 0.62% depending on the exchange. The stable trading environment and tight price correlation across all major platforms indicate healthy market conditions with strong liquidity. This consistency suggests confidence in current price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0"/>
            <a:ext cx="10972800" cy="1371600"/>
          </a:xfrm>
          <a:prstGeom prst="rect">
            <a:avLst/>
          </a:prstGeom>
          <a:noFill/>
          <a:ln/>
        </p:spPr>
        <p:txBody>
          <a:bodyPr wrap="square" rtlCol="0" anchor="ctr"/>
          <a:lstStyle/>
          <a:p>
            <a:pPr algn="ctr" indent="0" marL="0">
              <a:buNone/>
            </a:pPr>
            <a:r>
              <a:rPr lang="en-US" sz="3600" b="1" dirty="0">
                <a:solidFill>
                  <a:srgbClr val="00F0FF"/>
                </a:solidFill>
                <a:latin typeface="Arial" pitchFamily="34" charset="0"/>
                <a:ea typeface="Arial" pitchFamily="34" charset="-122"/>
                <a:cs typeface="Arial" pitchFamily="34" charset="-120"/>
              </a:rPr>
              <a:t>Bitcoin Price Update</a:t>
            </a:r>
            <a:endParaRPr lang="en-US" sz="3600" dirty="0"/>
          </a:p>
        </p:txBody>
      </p:sp>
      <p:sp>
        <p:nvSpPr>
          <p:cNvPr id="3" name="Text 1"/>
          <p:cNvSpPr/>
          <p:nvPr/>
        </p:nvSpPr>
        <p:spPr>
          <a:xfrm>
            <a:off x="457200" y="3200400"/>
            <a:ext cx="10972800" cy="731520"/>
          </a:xfrm>
          <a:prstGeom prst="rect">
            <a:avLst/>
          </a:prstGeom>
          <a:noFill/>
          <a:ln/>
        </p:spPr>
        <p:txBody>
          <a:bodyPr wrap="square"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Current Price: $77,800 - $78,000 USD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0972800" cy="731520"/>
          </a:xfrm>
          <a:prstGeom prst="rect">
            <a:avLst/>
          </a:prstGeom>
          <a:noFill/>
          <a:ln/>
        </p:spPr>
        <p:txBody>
          <a:bodyPr wrap="square" rtlCol="0" anchor="ctr"/>
          <a:lstStyle/>
          <a:p>
            <a:pPr algn="l" indent="0" marL="0">
              <a:buNone/>
            </a:pPr>
            <a:r>
              <a:rPr lang="en-US" sz="2400" b="1" dirty="0">
                <a:solidFill>
                  <a:srgbClr val="00F0FF"/>
                </a:solidFill>
                <a:latin typeface="Arial" pitchFamily="34" charset="0"/>
                <a:ea typeface="Arial" pitchFamily="34" charset="-122"/>
                <a:cs typeface="Arial" pitchFamily="34" charset="-120"/>
              </a:rPr>
              <a:t>Exchange Price Consistency</a:t>
            </a:r>
            <a:endParaRPr lang="en-US" sz="2400" dirty="0"/>
          </a:p>
        </p:txBody>
      </p:sp>
      <p:sp>
        <p:nvSpPr>
          <p:cNvPr id="3" name="Text 1"/>
          <p:cNvSpPr/>
          <p:nvPr/>
        </p:nvSpPr>
        <p:spPr>
          <a:xfrm>
            <a:off x="731520" y="1280160"/>
            <a:ext cx="10363200" cy="3200400"/>
          </a:xfrm>
          <a:prstGeom prst="rect">
            <a:avLst/>
          </a:prstGeom>
          <a:noFill/>
          <a:ln/>
        </p:spPr>
        <p:txBody>
          <a:bodyPr wrap="square" rtlCol="0" anchor="ctr"/>
          <a:lstStyle/>
          <a:p>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Kraken: $78,011.00 (Highest)</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CoinMarketCap: $77,998.15</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TradingView: $77,996.00</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bitFlyer: $77,564.41 (Lowest)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0"/>
            <a:ext cx="10972800" cy="1371600"/>
          </a:xfrm>
          <a:prstGeom prst="rect">
            <a:avLst/>
          </a:prstGeom>
          <a:noFill/>
          <a:ln/>
        </p:spPr>
        <p:txBody>
          <a:bodyPr wrap="square" rtlCol="0" anchor="ctr"/>
          <a:lstStyle/>
          <a:p>
            <a:pPr algn="ctr" indent="0" marL="0">
              <a:buNone/>
            </a:pPr>
            <a:r>
              <a:rPr lang="en-US" sz="3000" b="1" dirty="0">
                <a:solidFill>
                  <a:srgbClr val="10B981"/>
                </a:solidFill>
                <a:latin typeface="Arial" pitchFamily="34" charset="0"/>
                <a:ea typeface="Arial" pitchFamily="34" charset="-122"/>
                <a:cs typeface="Arial" pitchFamily="34" charset="-120"/>
              </a:rPr>
              <a:t>Market Performance Summary</a:t>
            </a:r>
            <a:endParaRPr lang="en-US" sz="3000" dirty="0"/>
          </a:p>
        </p:txBody>
      </p:sp>
      <p:sp>
        <p:nvSpPr>
          <p:cNvPr id="3" name="Text 1"/>
          <p:cNvSpPr/>
          <p:nvPr/>
        </p:nvSpPr>
        <p:spPr>
          <a:xfrm>
            <a:off x="457200" y="3474720"/>
            <a:ext cx="10972800" cy="9144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24-Hour Change: +0.08% to +0.62% (Positive Momentum)</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Price Range: $77,564 - $78,011 USD</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Market Status: Stable Across All Exchanges</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Trading Volume: Consistent Liquidity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Price Update - April 26, 2026</dc:title>
  <dc:subject>PptxGenJS Presentation</dc:subject>
  <dc:creator>AgentOS V</dc:creator>
  <cp:lastModifiedBy>AgentOS V</cp:lastModifiedBy>
  <cp:revision>1</cp:revision>
  <dcterms:created xsi:type="dcterms:W3CDTF">2026-04-26T14:09:17Z</dcterms:created>
  <dcterms:modified xsi:type="dcterms:W3CDTF">2026-04-26T14:09:17Z</dcterms:modified>
</cp:coreProperties>
</file>