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introduce V as a transformative tool for MyCompany team members. Emphasize availability and accessibility.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V's core mission: to be an indispensable support system that adapts to how team members naturally communicate.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multi-channel approach. Emphasize that V meets users where they are, reducing friction in daily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V's sophisticated capabilities that go beyond basic assistance. These features differentiate V from standard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V's capabilities to real business value. Provide concrete examples of how different departments benefit from V's assistance.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technical advantage of V's integrated memory system. Users don't need to repeat themselves across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how the work assignment system enables users to delegate intelligently and maintain control over complex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clear next steps for adoption. Encourage team members to begin using V immediately and explore its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 - Your dedicated AI companion at MyCompany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and Purpose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 MyCompany team across all communication platforms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 productivity through intelligent task automation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 consistent assistance for daily operations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 seamless collaboration and information access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integration - Manage and respond to messages efficiently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 support - Quick communication on mobile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 integration - Voice-enabled assistance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chat - Access V directly from your browser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search capabilities - Access real-time information instantly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scheduling - Manage calendars and meetings effortlessly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assignment system - Delegate and track tasks efficiently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Deferred task management - Schedule actions for optimal timing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 Assists MyCompany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Finance operations - Streamline reporting and data analysis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Sales support - Enhance customer engagement and pipeline management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 assistant tasks - Handle scheduling, reminders, and coordination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Cross-functional collaboration - Bridge communication gaps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Memory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context across all platforms - Web, WhatsApp, and phone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Consistent conversation history and preferences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handoff between communication channels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experience that learns your patterns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Assignment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complex tasks for future execution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multi-step workflows automatically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progress and receive intelligent updates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Optimize task timing based on priorities and dependencies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conversation on your preferred channel today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goals and V will adapt to your needs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features gradually - V learns as you interact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support for guidance on advanced capabilities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 at MyCompany</dc:title>
  <dc:subject>PptxGenJS Presentation</dc:subject>
  <dc:creator>AgentOS V</dc:creator>
  <cp:lastModifiedBy>AgentOS V</cp:lastModifiedBy>
  <cp:revision>1</cp:revision>
  <dcterms:created xsi:type="dcterms:W3CDTF">2026-04-14T14:45:16Z</dcterms:created>
  <dcterms:modified xsi:type="dcterms:W3CDTF">2026-04-14T14:45:16Z</dcterms:modified>
</cp:coreProperties>
</file>