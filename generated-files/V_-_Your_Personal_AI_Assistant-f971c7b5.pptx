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V as a transformative tool. Emphasize availability and accessibility across multiple platforms. Set the tone for the benefits to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V's core capabilities. Highlight how V handles routine tasks, freeing up time for strategic work. Emphasize the breadth of assistance available—from communication to content 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technical foundation of V's effectiveness. Emphasize the persistent memory feature and how Agent Rules enable personalization. Reassure users that V becomes more valuable the more they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 call to action. Encourage immediate adoption and remind the audience that V is a resource available to them. Invite questions and offer next steps for getting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 – Your 24/7 AI Assistant at Assaf Test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 Can Do For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Communication: Draft emails, manage WhatsApp messages, handle calls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Organization: Schedule reminders, manage tasks, and work assignments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Information &amp; Creation: Search data, generate documents, reports, and spreadsheets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Learning: Adapt to your preferences through customizable Agent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Works: Always Learning, Always Available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Memory: Maintains context across all channels seamlessly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Personalization: Learns your preferences and work style over 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Rules: Customize V's behavior to match your unique needs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Assistant: One AI, multiple platforms, consistent support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Workflow?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is here to support your success at Assaf Test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V today across your preferred channel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V has answers – just ask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</dc:title>
  <dc:subject>PptxGenJS Presentation</dc:subject>
  <dc:creator>AgentOS V</dc:creator>
  <cp:lastModifiedBy>AgentOS V</cp:lastModifiedBy>
  <cp:revision>1</cp:revision>
  <dcterms:created xsi:type="dcterms:W3CDTF">2026-04-14T08:09:20Z</dcterms:created>
  <dcterms:modified xsi:type="dcterms:W3CDTF">2026-04-14T08:09:20Z</dcterms:modified>
</cp:coreProperties>
</file>