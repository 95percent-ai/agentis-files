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 today's presentation on World War II. This conflict, spanning from 1939 to 1945, was the most devastating and far-reaching war in human history, involving over 70 nations and resulting in profound changes to the global political, social, and economic landscape. Today we'll explore the key aspects of this monumental period that continues to influence our world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371600"/>
            <a:ext cx="10972800" cy="1371600"/>
          </a:xfrm>
          <a:prstGeom prst="rect">
            <a:avLst/>
          </a:prstGeom>
          <a:noFill/>
          <a:ln/>
        </p:spPr>
        <p:txBody>
          <a:bodyPr wrap="square" rtlCol="0" anchor="ctr"/>
          <a:lstStyle/>
          <a:p>
            <a:pPr algn="ctr" indent="0" marL="0">
              <a:buNone/>
            </a:pPr>
            <a:r>
              <a:rPr lang="en-US" sz="3600" b="1" dirty="0">
                <a:solidFill>
                  <a:srgbClr val="00F0FF"/>
                </a:solidFill>
                <a:latin typeface="Arial" pitchFamily="34" charset="0"/>
                <a:ea typeface="Arial" pitchFamily="34" charset="-122"/>
                <a:cs typeface="Arial" pitchFamily="34" charset="-120"/>
              </a:rPr>
              <a:t>World War II: The Global Conflict That Shaped Modern History</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WW2</dc:title>
  <dc:subject>PptxGenJS Presentation</dc:subject>
  <dc:creator>Agentis V</dc:creator>
  <cp:lastModifiedBy>Agentis V</cp:lastModifiedBy>
  <cp:revision>1</cp:revision>
  <dcterms:created xsi:type="dcterms:W3CDTF">2026-04-06T14:11:24Z</dcterms:created>
  <dcterms:modified xsi:type="dcterms:W3CDTF">2026-04-06T14:11:24Z</dcterms:modified>
</cp:coreProperties>
</file>