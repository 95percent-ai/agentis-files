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team to V. Emphasize the always-on availability and multi-channel accessibility. Set the tone for how V will transform their work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V is not just a tool, but a personal assistant designed specifically for each employee. Emphasize the personalization and accessibility aspects.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V helps employees stay organized and on top of their responsibilities. Give examples of how this saves time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V's communication versatility. Emphasize the convenience of having all communication tools in one 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V accelerates document creation and team collaboration. Mention time savings and improved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V acts as a central hub for all platform features. Emphasize the unified experience across different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practical examples of V in action. Encourage employees to think of V as their go-to resource for any work-related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seamless experience. Explain that employees never need to repeat themselves - V maintains context across all interactions. Encourage adoption and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Personal 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V - Available 24/7 across all channels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V's Core Role &amp; Purpose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 assistant for every team member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Simplifies daily tasks and work management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Connects you to platform capabilities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Bridges communication across all channels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Management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and track objectives, goals, and tasks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 progress in real-time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 follow-ups automatically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Organize your workload efficiently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&amp; Information Tools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Send emails and WhatsApp messages instantly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Make phone calls through the platform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web for current information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organization files and conversation history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Generation &amp; Team Coordination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 presentations, reports, and spreadsheets on demand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and coordinate with team members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Assign work to virtual workers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approvals and workflows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Integration &amp; File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all business systems and tools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integrations and connections seamlessly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conversation histories across channels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Create, read, update, and organize files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 Assists Your Daily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Answer questions about organization and platform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Execute tasks immediately on your behalf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 reminders and recurring work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Guide you through setup and workflows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Remembers Everything, Everywhere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conversation across all channels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discussion? V knows it in web chat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call? V recalls it in your next message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assistant, unified experience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Personal AI Assistant at Hot Telemarketing</dc:title>
  <dc:subject>PptxGenJS Presentation</dc:subject>
  <dc:creator>AgentOS V</dc:creator>
  <cp:lastModifiedBy>AgentOS V</cp:lastModifiedBy>
  <cp:revision>1</cp:revision>
  <dcterms:created xsi:type="dcterms:W3CDTF">2026-04-26T13:54:13Z</dcterms:created>
  <dcterms:modified xsi:type="dcterms:W3CDTF">2026-04-26T13:54:13Z</dcterms:modified>
</cp:coreProperties>
</file>