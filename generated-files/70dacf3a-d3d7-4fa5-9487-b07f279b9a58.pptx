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this presentation about V, your new personal assistant. Today we'll explore how V can transform your daily productivity and streamline your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represents the next generation of personal assistants, combining advanced AI with intuitive design. Unlike traditional assistants, V learns from your preferences and adapts to your unique workflow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core features work together to create a comprehensive productivity ecosystem. V doesn't just respond to requests—it anticipates your needs and helps you stay ahead of your commitments.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 today. V is ready to become your trusted productivity partner. Our team is standing by to help you get started and maximize your experience with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V: Your Personal Assistant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AI-powered personal assistant designed for modern professionals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task management and scheduling capabilities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language processing for seamless communication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24/7 across multiple devices and platforms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calendar management and meeting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prioritization and automated responses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organization and quick information retrieval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Proactive reminders and deadline tracking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V today and experience the difference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free trial with full feature access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support team for seamless onboarding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V, your personal assistant</dc:title>
  <dc:subject>PptxGenJS Presentation</dc:subject>
  <dc:creator>Agentis V</dc:creator>
  <cp:lastModifiedBy>Agentis V</cp:lastModifiedBy>
  <cp:revision>1</cp:revision>
  <dcterms:created xsi:type="dcterms:W3CDTF">2026-04-07T11:10:29Z</dcterms:created>
  <dcterms:modified xsi:type="dcterms:W3CDTF">2026-04-07T11:10:29Z</dcterms:modified>
</cp:coreProperties>
</file>