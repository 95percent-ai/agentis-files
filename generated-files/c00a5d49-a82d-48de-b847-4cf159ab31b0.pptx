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our presentation about cats. Today we'll explore what makes these remarkable animals such beloved companions and discuss their unique characteristics and behaviors.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attention. I hope this overview of cats has been informative and engaging. I'm now happy to take any questions you might have about our feline friends.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Cats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the fascinating world of our feline companions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cats</dc:title>
  <dc:subject>PptxGenJS Presentation</dc:subject>
  <dc:creator>Agentis V</dc:creator>
  <cp:lastModifiedBy>Agentis V</cp:lastModifiedBy>
  <cp:revision>1</cp:revision>
  <dcterms:created xsi:type="dcterms:W3CDTF">2026-04-06T13:40:24Z</dcterms:created>
  <dcterms:modified xsi:type="dcterms:W3CDTF">2026-04-06T13:40:24Z</dcterms:modified>
</cp:coreProperties>
</file>