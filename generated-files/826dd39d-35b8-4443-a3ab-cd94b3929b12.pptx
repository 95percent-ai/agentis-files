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 this brief introduction about V, your new AI assistant. Today we'll explore what V is, how it can help you, and the key benefits it brings to your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 represents the next generation of AI assistants. Unlike simple chatbots, V understands nuance and context, making it a powerful tool for complex tasks. It's always available when you need support, whether that's during regular business hours or late-night project sessions.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 is ready to become your trusted AI partner. Begin by asking straightforward questions, then gradually explore more complex use cases. The more you interact with V, the better it becomes at understanding your specific needs and work style. Thank you for your time, and welcome to the future of AI-assisted productivity.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1371600"/>
            <a:ext cx="10972800" cy="1371600"/>
          </a:xfrm>
          <a:prstGeom prst="rect">
            <a:avLst/>
          </a:prstGeom>
          <a:noFill/>
          <a:ln/>
        </p:spPr>
        <p:txBody>
          <a:bodyPr wrap="square" rtlCol="0" anchor="ctr"/>
          <a:lstStyle/>
          <a:p>
            <a:pPr algn="ctr" indent="0" marL="0">
              <a:buNone/>
            </a:pPr>
            <a:r>
              <a:rPr lang="en-US" sz="3600" b="1" dirty="0">
                <a:solidFill>
                  <a:srgbClr val="00F0FF"/>
                </a:solidFill>
                <a:latin typeface="Arial" pitchFamily="34" charset="0"/>
                <a:ea typeface="Arial" pitchFamily="34" charset="-122"/>
                <a:cs typeface="Arial" pitchFamily="34" charset="-120"/>
              </a:rPr>
              <a:t>Meet V: Your AI Assistant</a:t>
            </a:r>
            <a:endParaRPr lang="en-US" sz="3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274320"/>
            <a:ext cx="10972800" cy="731520"/>
          </a:xfrm>
          <a:prstGeom prst="rect">
            <a:avLst/>
          </a:prstGeom>
          <a:noFill/>
          <a:ln/>
        </p:spPr>
        <p:txBody>
          <a:bodyPr wrap="square" rtlCol="0" anchor="ctr"/>
          <a:lstStyle/>
          <a:p>
            <a:pPr algn="l" indent="0" marL="0">
              <a:buNone/>
            </a:pPr>
            <a:r>
              <a:rPr lang="en-US" sz="2400" b="1" dirty="0">
                <a:solidFill>
                  <a:srgbClr val="00F0FF"/>
                </a:solidFill>
                <a:latin typeface="Arial" pitchFamily="34" charset="0"/>
                <a:ea typeface="Arial" pitchFamily="34" charset="-122"/>
                <a:cs typeface="Arial" pitchFamily="34" charset="-120"/>
              </a:rPr>
              <a:t>What is V?</a:t>
            </a:r>
            <a:endParaRPr lang="en-US" sz="2400" dirty="0"/>
          </a:p>
        </p:txBody>
      </p:sp>
      <p:sp>
        <p:nvSpPr>
          <p:cNvPr id="3" name="Text 1"/>
          <p:cNvSpPr/>
          <p:nvPr/>
        </p:nvSpPr>
        <p:spPr>
          <a:xfrm>
            <a:off x="731520" y="1280160"/>
            <a:ext cx="10363200" cy="3200400"/>
          </a:xfrm>
          <a:prstGeom prst="rect">
            <a:avLst/>
          </a:prstGeom>
          <a:noFill/>
          <a:ln/>
        </p:spPr>
        <p:txBody>
          <a:bodyPr wrap="square" rtlCol="0" anchor="ctr"/>
          <a:lstStyle/>
          <a:p>
            <a:pPr algn="l" indent="0" marL="0">
              <a:lnSpc>
                <a:spcPct val="150000"/>
              </a:lnSpc>
              <a:buNone/>
            </a:pPr>
            <a:r>
              <a:rPr lang="en-US" sz="1600" dirty="0">
                <a:solidFill>
                  <a:srgbClr val="E2E8F0"/>
                </a:solidFill>
                <a:latin typeface="Arial" pitchFamily="34" charset="0"/>
                <a:ea typeface="Arial" pitchFamily="34" charset="-122"/>
                <a:cs typeface="Arial" pitchFamily="34" charset="-120"/>
              </a:rPr>
              <a:t>• Advanced AI assistant powered by cutting-edge language models</a:t>
            </a:r>
            <a:pPr algn="l" indent="0" marL="0">
              <a:lnSpc>
                <a:spcPct val="150000"/>
              </a:lnSpc>
              <a:buNone/>
            </a:pPr>
            <a:r>
              <a:rPr lang="en-US" sz="1600" dirty="0">
                <a:solidFill>
                  <a:srgbClr val="E2E8F0"/>
                </a:solidFill>
                <a:latin typeface="Arial" pitchFamily="34" charset="0"/>
                <a:ea typeface="Arial" pitchFamily="34" charset="-122"/>
                <a:cs typeface="Arial" pitchFamily="34" charset="-120"/>
              </a:rPr>
              <a:t>• Designed to understand context and provide intelligent responses</a:t>
            </a:r>
            <a:pPr algn="l" indent="0" marL="0">
              <a:lnSpc>
                <a:spcPct val="150000"/>
              </a:lnSpc>
              <a:buNone/>
            </a:pPr>
            <a:r>
              <a:rPr lang="en-US" sz="1600" dirty="0">
                <a:solidFill>
                  <a:srgbClr val="E2E8F0"/>
                </a:solidFill>
                <a:latin typeface="Arial" pitchFamily="34" charset="0"/>
                <a:ea typeface="Arial" pitchFamily="34" charset="-122"/>
                <a:cs typeface="Arial" pitchFamily="34" charset="-120"/>
              </a:rPr>
              <a:t>• Available 24/7 to support your productivity and decision-making</a:t>
            </a:r>
            <a:pPr algn="l" indent="0" marL="0">
              <a:lnSpc>
                <a:spcPct val="150000"/>
              </a:lnSpc>
              <a:buNone/>
            </a:pPr>
            <a:r>
              <a:rPr lang="en-US" sz="1600" dirty="0">
                <a:solidFill>
                  <a:srgbClr val="E2E8F0"/>
                </a:solidFill>
                <a:latin typeface="Arial" pitchFamily="34" charset="0"/>
                <a:ea typeface="Arial" pitchFamily="34" charset="-122"/>
                <a:cs typeface="Arial" pitchFamily="34" charset="-120"/>
              </a:rPr>
              <a:t>• Capable of handling diverse tasks from analysis to creative work</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1828800"/>
            <a:ext cx="10972800" cy="1371600"/>
          </a:xfrm>
          <a:prstGeom prst="rect">
            <a:avLst/>
          </a:prstGeom>
          <a:noFill/>
          <a:ln/>
        </p:spPr>
        <p:txBody>
          <a:bodyPr wrap="square" rtlCol="0" anchor="ctr"/>
          <a:lstStyle/>
          <a:p>
            <a:pPr algn="ctr" indent="0" marL="0">
              <a:buNone/>
            </a:pPr>
            <a:r>
              <a:rPr lang="en-US" sz="3000" b="1" dirty="0">
                <a:solidFill>
                  <a:srgbClr val="10B981"/>
                </a:solidFill>
                <a:latin typeface="Arial" pitchFamily="34" charset="0"/>
                <a:ea typeface="Arial" pitchFamily="34" charset="-122"/>
                <a:cs typeface="Arial" pitchFamily="34" charset="-120"/>
              </a:rPr>
              <a:t>Ready to Get Started</a:t>
            </a:r>
            <a:endParaRPr lang="en-US" sz="3000" dirty="0"/>
          </a:p>
        </p:txBody>
      </p:sp>
      <p:sp>
        <p:nvSpPr>
          <p:cNvPr id="3" name="Text 1"/>
          <p:cNvSpPr/>
          <p:nvPr/>
        </p:nvSpPr>
        <p:spPr>
          <a:xfrm>
            <a:off x="457200" y="3474720"/>
            <a:ext cx="10972800" cy="9144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V is here to enhance your productivity</a:t>
            </a:r>
            <a:endParaRPr lang="en-US" sz="1600" dirty="0"/>
          </a:p>
          <a:p>
            <a:pPr algn="ctr" indent="0" marL="0">
              <a:buNone/>
            </a:pPr>
            <a:r>
              <a:rPr lang="en-US" sz="1600" dirty="0">
                <a:solidFill>
                  <a:srgbClr val="94A3B8"/>
                </a:solidFill>
                <a:latin typeface="Arial" pitchFamily="34" charset="0"/>
                <a:ea typeface="Arial" pitchFamily="34" charset="-122"/>
                <a:cs typeface="Arial" pitchFamily="34" charset="-120"/>
              </a:rPr>
              <a:t>Start with simple questions and gradually explore advanced features</a:t>
            </a:r>
            <a:endParaRPr lang="en-US" sz="1600" dirty="0"/>
          </a:p>
          <a:p>
            <a:pPr algn="ctr" indent="0" marL="0">
              <a:buNone/>
            </a:pPr>
            <a:r>
              <a:rPr lang="en-US" sz="1600" dirty="0">
                <a:solidFill>
                  <a:srgbClr val="94A3B8"/>
                </a:solidFill>
                <a:latin typeface="Arial" pitchFamily="34" charset="0"/>
                <a:ea typeface="Arial" pitchFamily="34" charset="-122"/>
                <a:cs typeface="Arial" pitchFamily="34" charset="-120"/>
              </a:rPr>
              <a:t>Remember: V learns from interaction to provide better assistance</a:t>
            </a:r>
            <a:endParaRPr lang="en-US" sz="1600" dirty="0"/>
          </a:p>
          <a:p>
            <a:pPr algn="ctr" indent="0" marL="0">
              <a:buNone/>
            </a:pPr>
            <a:r>
              <a:rPr lang="en-US" sz="1600" dirty="0">
                <a:solidFill>
                  <a:srgbClr val="94A3B8"/>
                </a:solidFill>
                <a:latin typeface="Arial" pitchFamily="34" charset="0"/>
                <a:ea typeface="Arial" pitchFamily="34" charset="-122"/>
                <a:cs typeface="Arial" pitchFamily="34" charset="-120"/>
              </a:rPr>
              <a:t>Your intelligent partner for smarter work</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About V, your AI Assistant</dc:title>
  <dc:subject>PptxGenJS Presentation</dc:subject>
  <dc:creator>Agentis V</dc:creator>
  <cp:lastModifiedBy>Agentis V</cp:lastModifiedBy>
  <cp:revision>1</cp:revision>
  <dcterms:created xsi:type="dcterms:W3CDTF">2026-04-06T13:34:55Z</dcterms:created>
  <dcterms:modified xsi:type="dcterms:W3CDTF">2026-04-06T13:34:55Z</dcterms:modified>
</cp:coreProperties>
</file>