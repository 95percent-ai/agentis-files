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introduce HOT as a major player in Israeli telecommunications. Emphasize the company's heritage and global connection through Altice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four main service pillars. Emphasize the integrated nature of services allowing customers to bundle solutions. Highlight fiber-optic infrastructure as a competitive advantage.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HOT Mobile's strategic importance as the mobile arm. Discuss the acquisition timeline and licensing achievement. Emphasize dual market focus on consumers and enterprises.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technological progression from 3G through 5G. Explain the strategic retention of iDEN for specialized business push-to-talk services. Emphasize commitment to cutting-edge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coverage strategy and the roaming partnership with Partner. Emphasize how this ensures customers have reliable service nationwide. Highlight network quality and reliability as competitive advantages.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HOT as a market leader with unique advantages. Discuss the value of integrated services and infrastructure investment. Mention Altice Group's global resources and expertise.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key benefits to customers. Emphasize convenience of bundled services, reliability, and forward-looking technology investments. Position HOT as a trusted partner for communication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presentation professionally. Invite questions and discussion. Thank the audience for their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Telecommunication Systems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Israeli Communications Provider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Service Portfolio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Multi-channel Television Services with premium content offerings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Fiber-optic Internet Infrastructure for high-speed connectivity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Landline Telephone Services for residential and business customers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Telecommunications through HOT Mobile subsidiary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Mobile Subsidiary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Fully owned subsidiary providing nationwide mobile services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Acquired from Mirs Communications Ltd. in May 2012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UMTS network license obtained in 2011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Serves both consumers and business enterprises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Network Technology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3G UMTS Services operating on 2100MHz band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4G LTE Network for enhanced mobile broadband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5G NR Network Services for next-generation connectivity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Legacy iDEN Network (800MHz) for business PTT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Coverage &amp; Partnerships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Nationwide 5G and 4G LTE coverage across Israel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Domestic roaming agreement with Partner for extended reach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Comprehensive network redundancy and reliability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service continuity for mobile customers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Position &amp; Competitive Advantage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of Israel's three major telecommunications providers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Integrated multi-service platform for residential and enterprise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fiber-optic infrastructure investment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backing through Altice Group resources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 Proposition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communication solutions under one provider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State-of-the-art network infrastructure and technology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Reliable service for consumers and large organizations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 innovation and network modernization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Telecommunication Systems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Israel's Future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 Telecommunication Systems - Leading Israeli Communications Company</dc:title>
  <dc:subject>PptxGenJS Presentation</dc:subject>
  <dc:creator>AgentOS V</dc:creator>
  <cp:lastModifiedBy>AgentOS V</cp:lastModifiedBy>
  <cp:revision>1</cp:revision>
  <dcterms:created xsi:type="dcterms:W3CDTF">2026-04-26T13:53:20Z</dcterms:created>
  <dcterms:modified xsi:type="dcterms:W3CDTF">2026-04-26T13:53:20Z</dcterms:modified>
</cp:coreProperties>
</file>