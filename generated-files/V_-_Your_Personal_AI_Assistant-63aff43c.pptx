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set expectations for what V can do. Emphasize the personal, always-available nature of the assistant.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V's identity and core purpose. Highlight availability and accessibility across multiple platforms.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the primary functions V offers. Emphasize how these capabilities save time and reduce friction in daily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V handles complex organizational processes. Stress the seamless experience across different communication methods.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technical advantage of unified memory. Explain how this creates a truly personal assistant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Agent Rules feature as the mechanism for personalization. Emphasize user control and customization.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actionable next steps for adoption. Encourage experimentation and gradual integration into daily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an inspiring call-to-action. Reinforce the value proposition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V: Your Personal AI Assistant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V - Your dedicated AI companion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 Am &amp; What I 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 is your personal AI assistant designed for test organization members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Available 24/7 across web, WhatsApp, and phone interfaces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Proactive support for daily tasks and strategic initiatives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Your intelligent partner in productivity and coordination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Core Capabilities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 assignments: Create, track, and manage tasks with ease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Multi-channel communication: Unified messaging across platforms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search &amp; research: Real-time information gathering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generation: Reports, summaries, and automated content creation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Workflow Features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Approval workflows: Streamlined decision-making and authorization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Intelligent scheduling: Coordinate meetings and deadlines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Smart delegation: Match tasks to the right team members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Cross-platform memory: Continuous context across all channels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Memory Across Channels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Persistent context: Remember conversations from web, WhatsApp, and phone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handoff: Switch channels without losing information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Contextual awareness: Understand your priorities and history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Consistent assistance: Same V, same knowledge, any platform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Your Preferences with Agent Rules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Teach V your preferences: Set custom rules and guidelines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Personalized workflows: Automate decisions based on your style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Continuous improvement: V adapts as your needs evolve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control: You define how V assists you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with 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Access V on web, WhatsApp, or phone - your choice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Start with simple tasks: assignments, scheduling, searches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Agent Rules to match your workflow preferences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 feedback: V improves with your guidance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Your Productivity with V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smarter, not harder - let V handle coordination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connected across all your communication channels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what matters - V manages the details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personal AI assistant is ready to help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 - Your Personal AI Assistant</dc:title>
  <dc:subject>PptxGenJS Presentation</dc:subject>
  <dc:creator>AgentOS V</dc:creator>
  <cp:lastModifiedBy>AgentOS V</cp:lastModifiedBy>
  <cp:revision>1</cp:revision>
  <dcterms:created xsi:type="dcterms:W3CDTF">2026-04-13T15:24:03Z</dcterms:created>
  <dcterms:modified xsi:type="dcterms:W3CDTF">2026-04-13T15:24:03Z</dcterms:modified>
</cp:coreProperties>
</file>