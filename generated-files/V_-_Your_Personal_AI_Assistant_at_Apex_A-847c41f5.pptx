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introduce the topic. Set an enthusiastic tone about the innovation V brings to Apex Auto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V's core identity and omnipresence. Emphasize the convenience of multi-channel availability and round-the-clock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V's dual role in supporting both external customers and internal team members. Highlight the operational benefits and improved customer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comprehensive range of services V offers. Emphasize how V handles both pre-purchase and post-purchase customer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context about Apex Auto Group's market position and values. Connect V's capabilities to the dealership's premium brand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customer experience with V. Emphasize convenience, speed, and personalization as key differentiators.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practical guidance on how to access and interact with V. Set expectations for response quality and personalization benefits.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an inspiring call-to-action. Encourage immediate adoption and engagement with V. Thank the audience for their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V: Your Personal AI Assistant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V - Available 24/7 across all channels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V?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 AI assistant dedicated to Apex Auto Group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Available 24/7 via phone, WhatsApp, email, and web chat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Seamlessly integrated across all customer touchpoints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Always ready to assist, never takes a day off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V's Role &amp; Purpose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Dedicated support for customers and team members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Streamline dealership operations and customer interactions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 instant, accurate information and solutions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 satisfaction and loyalty at every touchpoint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V Provides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Sales inquiries for luxury and performance vehicles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drive scheduling and coordination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 appointment booking and management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follow-ups and general dealership information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Apex Auto Group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Premium car dealership specializing in luxury and performance vehicles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Multiple locations serving discerning customers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Commitment to excellence and personalized service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 enhances our reputation for outstanding customer care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 Assists Customers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support across phone, WhatsApp, email, and web chat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Quick response times and accurate information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Intelligent scheduling coordination for appointments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Personalized service tailored to individual needs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with 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Reach V through your preferred channel anytime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Natural conversation - just ask your questions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Expect prompt, helpful, and professional responses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 learns your preferences for better future interactions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the Future of Customer Service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is here to serve you 24/7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Contact V anytime, anywhere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smarter, faster, better service at Apex Auto Group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 - Your Personal AI Assistant at Apex Auto Group</dc:title>
  <dc:subject>PptxGenJS Presentation</dc:subject>
  <dc:creator>AgentOS V</dc:creator>
  <cp:lastModifiedBy>AgentOS V</cp:lastModifiedBy>
  <cp:revision>1</cp:revision>
  <dcterms:created xsi:type="dcterms:W3CDTF">2026-04-15T09:40:59Z</dcterms:created>
  <dcterms:modified xsi:type="dcterms:W3CDTF">2026-04-15T09:40:59Z</dcterms:modified>
</cp:coreProperties>
</file>