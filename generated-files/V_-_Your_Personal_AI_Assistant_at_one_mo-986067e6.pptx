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the stage for V's capabilities. Emphasize that V is not just a tool, but a personal assistant designed specifically for one_more_test's car sales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identity and core purpose. Highlight that V is personalized to each team member, not a one-size-fits-all solution. Emphasize availability and learning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high-level overview of V's main functions. These capabilities work together to streamline daily operations. Mention that each capability is designed with the car sales industry in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agent rules make V truly personal. Give examples: a sales manager might have rules for lead prioritization, while a sales rep might have rules for customer follow-ups. Emphasize that users maintain control over their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request types with examples. Atomic: 'Send a follow-up email to John.' Multi-step: 'Schedule a test drive, send confirmation, add to calendar.' Deferred: 'Remind me to call leads tomorrow at 10 AM.' Emphasize V's ability to handle complexity seamlessly.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V's ability to provide a cohesive experience. Example: A customer inquiry via WhatsApp can reference previous email conversations. This eliminates silos and improves customer experience. Emphasize data security and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concrete productivity benefits. Quantify time savings where possible. Explain how V enables team members to focus on high-value activities like closing deals and building relationships. Mention reduced administrative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 forward-looking statement about V's impact on one_more_test's success. Invite questions and discussion. Offer next steps for implementation and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at one_more_test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personal assistant integrated into one_more_test operations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Understands your role, preferences, and work patterns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24/7 across multiple communication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and adapts to your unique needs and communication style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assignment management and task tracking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scheduling and calendar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communications (email, WhatsApp, phone)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search, document generation, and content creation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Personalization with Agent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rules define how V handles your specific requests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communication preferences and tone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automation tailored to sales, management, or support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learning from your feedback and interactions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Every Type of Request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requests: Immediate, single-action tasks (search, email draft)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workflows: Complex sequences executed intelligently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Deferred &amp; scheduled: Tasks executed at optimal times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Context-aware execution: V remembers previous interactions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Memory &amp;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memory across email, WhatsApp, phone, and web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conversation history and customer context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handoff between communication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Ensures consistency and prevents information loss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Gains for one_more_test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Reclaim 2-3 hours daily through automated routine tasks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response times to customer inquiries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lead management and follow-up consistency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team collaboration and knowledge sharing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Competitive Advantage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smarter, not harder with intelligent automation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across all channels with unified context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your productivity without scaling your workload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how one_more_test sells cars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one_more_test</dc:title>
  <dc:subject>PptxGenJS Presentation</dc:subject>
  <dc:creator>AgentOS V</dc:creator>
  <cp:lastModifiedBy>AgentOS V</cp:lastModifiedBy>
  <cp:revision>1</cp:revision>
  <dcterms:created xsi:type="dcterms:W3CDTF">2026-04-14T12:44:53Z</dcterms:created>
  <dcterms:modified xsi:type="dcterms:W3CDTF">2026-04-14T12:44:53Z</dcterms:modified>
</cp:coreProperties>
</file>